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145" t="1981" r="729" b="2539"/>
          <a:stretch>
            <a:fillRect/>
          </a:stretch>
        </p:blipFill>
        <p:spPr>
          <a:xfrm>
            <a:off x="83820" y="1343660"/>
            <a:ext cx="12108180" cy="42849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67940" y="461645"/>
            <a:ext cx="6133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生物期中考模拟卷</a:t>
            </a:r>
            <a:r>
              <a:rPr lang="en-US" altLang="zh-CN" sz="2400" b="1"/>
              <a:t>   </a:t>
            </a:r>
            <a:r>
              <a:rPr lang="zh-CN" altLang="en-US" sz="2400" b="1"/>
              <a:t>参考答案</a:t>
            </a:r>
            <a:r>
              <a:rPr lang="en-US" altLang="zh-CN" sz="2400" b="1"/>
              <a:t>   </a:t>
            </a:r>
            <a:r>
              <a:rPr lang="zh-CN" altLang="en-US" sz="2400" b="1"/>
              <a:t>红笔订正</a:t>
            </a:r>
            <a:endParaRPr lang="zh-CN" altLang="en-US" sz="2400" b="1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9555" y="309880"/>
            <a:ext cx="11577955" cy="542607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  <a:spcAft>
                <a:spcPts val="800"/>
              </a:spcAft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26. 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）变异（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   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）结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缔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279400" defTabSz="266700">
              <a:lnSpc>
                <a:spcPct val="150000"/>
              </a:lnSpc>
              <a:spcAft>
                <a:spcPts val="80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 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液泡 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279400" defTabSz="266700">
              <a:lnSpc>
                <a:spcPct val="150000"/>
              </a:lnSpc>
              <a:spcAft>
                <a:spcPts val="80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b→d→c→a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分，按题干要求加箭头）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279400" defTabSz="266700">
              <a:lnSpc>
                <a:spcPct val="150000"/>
              </a:lnSpc>
              <a:spcAft>
                <a:spcPts val="80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 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细准焦螺旋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279400" defTabSz="266700">
              <a:lnSpc>
                <a:spcPct val="150000"/>
              </a:lnSpc>
              <a:spcAft>
                <a:spcPts val="80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）塑料袋（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      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在塑料袋上扎一些小孔（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合理即给分）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698500" defTabSz="266700">
              <a:lnSpc>
                <a:spcPct val="150000"/>
              </a:lnSpc>
              <a:spcAft>
                <a:spcPts val="80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控制物质进出（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defTabSz="266700">
              <a:lnSpc>
                <a:spcPct val="150000"/>
              </a:lnSpc>
              <a:spcAft>
                <a:spcPts val="800"/>
              </a:spcAft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）在组织和荔枝树之间增加器官这一结构层次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（至少要表达出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增加器官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 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698500" defTabSz="266700">
              <a:lnSpc>
                <a:spcPct val="150000"/>
              </a:lnSpc>
              <a:spcAft>
                <a:spcPts val="800"/>
              </a:spcAft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a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53755" y="309880"/>
            <a:ext cx="2654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错别字不给分</a:t>
            </a:r>
            <a:endParaRPr lang="zh-CN" altLang="en-US" sz="2800" b="1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3510" y="0"/>
            <a:ext cx="11932920" cy="3813175"/>
          </a:xfrm>
          <a:prstGeom prst="rect">
            <a:avLst/>
          </a:prstGeom>
        </p:spPr>
        <p:txBody>
          <a:bodyPr wrap="square">
            <a:noAutofit/>
          </a:bodyPr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27.（1）细胞壁（1分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，学会读题，从资料中获取信息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    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有机（1分）    </a:t>
            </a:r>
            <a:r>
              <a:rPr lang="en-US" altLang="zh-CN" sz="2800" u="sng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叶绿体和线粒体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1分 需都答出）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（2）受精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卵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（1分）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（3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）遗传物质/核酸/DNA/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脱氧核糖核酸/基因/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染色体（1分）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（4）对人类基因相关的疾病提供解决思路  （1分  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需是和基因相关的疾病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 ）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3510" y="4273550"/>
            <a:ext cx="11730355" cy="2439035"/>
          </a:xfrm>
          <a:prstGeom prst="rect">
            <a:avLst/>
          </a:prstGeom>
        </p:spPr>
        <p:txBody>
          <a:bodyPr wrap="square">
            <a:noAutofit/>
          </a:bodyPr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28.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）生长（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 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  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分化（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   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  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细胞核（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 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   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染色体（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（2）A（1分）     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雌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性（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266700">
              <a:lnSpc>
                <a:spcPct val="150000"/>
              </a:lnSpc>
              <a:spcAft>
                <a:spcPts val="800"/>
              </a:spcAft>
              <a:buClrTx/>
              <a:buSzTx/>
              <a:buFontTx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（3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）克隆羊多莉/克隆猴“中中”、“华华”等  （1分  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提及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克隆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）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WPS 演示</Application>
  <PresentationFormat>宽屏</PresentationFormat>
  <Paragraphs>23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梁伟槟</cp:lastModifiedBy>
  <cp:revision>159</cp:revision>
  <dcterms:created xsi:type="dcterms:W3CDTF">2019-06-19T02:08:00Z</dcterms:created>
  <dcterms:modified xsi:type="dcterms:W3CDTF">2026-10-29T02:38:43Z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46381411535E45C7A373412028F2C8CC_13</vt:lpwstr>
  </property>
</Properties>
</file>